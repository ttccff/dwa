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AC3C1-63E8-4246-A88A-37015A613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11F6CA-C04F-4DC1-8437-AA02A5B05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55D2AB-65E4-4856-9795-6289B0F4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0A3E34-7815-4A56-BE44-5B9B4CD0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79F931-5C99-4C04-82C0-6AE08226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67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48ABA-75D5-4607-B8BA-5209EC98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6906D-24E3-481E-86A7-632E855CE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CDF17E-95B7-4CD3-A7A2-6E0BFC98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0C83CB-1A17-488C-AA3E-94713E6E5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DB1428-69BF-42AA-9783-8AC7131D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001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C621F-2279-4C8C-A6D8-C5B8007D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37EB5A-674D-451E-ACE3-90E031E0E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111A9B-7C95-4286-872E-B07A8CE3A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B798C8-110F-4E44-A3E6-7CDE66B1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DD0D09-9E60-49A6-A64F-1EC12183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695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3E71A-9DBE-4702-B555-7B037D0D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C73A7E-3F0D-4087-BCC0-829188A05D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E17C0B-F985-48EF-AA76-7FA0180AC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3F0CF1-9DA8-41DD-8B88-C449E483E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7BF8EF-A551-47B9-AFC8-54D2353D8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0A5F7A-6886-46EF-B7AA-BAC62FF6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9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2AEF4-377B-44A2-AA2C-3818E3386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46D188-962E-4F80-B7B8-8C8D22BAD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F8D2A4-C275-4C90-AB1B-55C5A1F63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740247-B465-49C1-83F6-75A96B562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D288E3-917B-4478-9C6A-1463ECFE0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0310AB-2FE7-4459-ACD0-78CE6865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019C25-56EB-4AAD-95CC-44D8A8A4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A46157-E8DC-4BD3-BA4F-84A7C694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9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12ACF-61FA-4B77-B76D-267FC2F6D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06FFAA-E313-4DAC-9F8C-3A124A7C3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DBC842-CE7A-42B8-A065-45E436E5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2973FC-21C6-4169-8B3A-7AAD40D5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88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24DFC3-ECA9-4138-93E0-B87E8A867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33A969-38EF-4049-9D78-4E182295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A70AFB-6623-426D-9C57-D36CBE66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84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A6106-3102-4EEF-95DE-D459026DB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B33C62-9148-4721-BC33-6237B33F5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ABB15F-E584-400E-8D0B-60A639AE6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8DBA61-C1E8-4DEE-928C-64E78D6A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8D6028-AD5E-4AD4-B0CA-C72DC4FFD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0853AC-2BB9-48CC-8957-47EFA753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186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2AD2D-1FD1-4FF3-AB83-21B3B3733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BCB333-57F5-442E-84A0-C12895333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13D791-893D-4D9A-BC29-54F0C7844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E0907C-9004-44DC-978F-DD4CE456A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191EC6-6E41-435B-AD2E-77E075DFC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32D0A9-21A4-4942-BB9E-489B1C4E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75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73FB7-3945-4D0D-847E-553DCABF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3C580A-D818-41C9-BE1B-1C758CA55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37EECC-9781-44CA-B0BF-AB76FEA0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14B3FA-E0D1-49B1-A9F4-EEA2B5B2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FF4B43-5B4B-40A4-9773-4586F75B5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000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488714-FD37-48EC-AFB4-AD1CBA66B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28948D-E9DA-4957-ABC3-40A29F1E0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90D154-BCEE-4E79-97B9-AB1F04294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7F2146-76FD-474A-A92D-118F39FB7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07B851-4E00-420C-8EB0-5C4EF42D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095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3C00B4-541C-4C5F-A9AD-F0C361877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19D9B7-2695-4EBF-A149-54F88460F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BBBBE9-AB7A-4368-97BE-76116B6353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9FFF2-5AA6-45E9-9FE2-85C8F0E807FA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AC5FE8-525C-4D64-A7E1-B17F884C2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CFCEFD-0872-431B-BBFD-65AA207AE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25A7-D69E-4759-BEB3-EF8FAD5D7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283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FBE0E19-9D15-4A87-8A54-059687D2F712}"/>
              </a:ext>
            </a:extLst>
          </p:cNvPr>
          <p:cNvSpPr/>
          <p:nvPr/>
        </p:nvSpPr>
        <p:spPr>
          <a:xfrm>
            <a:off x="1855433" y="2778710"/>
            <a:ext cx="1189608" cy="4971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5EAE2A-07AE-44EA-BA8E-86F087657424}"/>
              </a:ext>
            </a:extLst>
          </p:cNvPr>
          <p:cNvSpPr txBox="1"/>
          <p:nvPr/>
        </p:nvSpPr>
        <p:spPr>
          <a:xfrm>
            <a:off x="1926454" y="2842618"/>
            <a:ext cx="1189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外环</a:t>
            </a:r>
            <a:r>
              <a:rPr lang="en-US" altLang="zh-CN" dirty="0"/>
              <a:t>PID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13F5684-220B-4C9A-8662-5708D202F0E9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94804" y="3027285"/>
            <a:ext cx="12606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9568B1F-645C-4F6B-BFE1-34AACB8A8C26}"/>
              </a:ext>
            </a:extLst>
          </p:cNvPr>
          <p:cNvSpPr txBox="1"/>
          <p:nvPr/>
        </p:nvSpPr>
        <p:spPr>
          <a:xfrm>
            <a:off x="632533" y="2645203"/>
            <a:ext cx="128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目标角度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A725382-70A7-443F-BA00-2204855FFFC2}"/>
              </a:ext>
            </a:extLst>
          </p:cNvPr>
          <p:cNvCxnSpPr>
            <a:cxnSpLocks/>
          </p:cNvCxnSpPr>
          <p:nvPr/>
        </p:nvCxnSpPr>
        <p:spPr>
          <a:xfrm>
            <a:off x="3045041" y="3027284"/>
            <a:ext cx="12606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86E5C7F8-53F6-4C7A-AF0A-2BD411AF66DC}"/>
              </a:ext>
            </a:extLst>
          </p:cNvPr>
          <p:cNvSpPr/>
          <p:nvPr/>
        </p:nvSpPr>
        <p:spPr>
          <a:xfrm>
            <a:off x="4305670" y="2778709"/>
            <a:ext cx="1189608" cy="4971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BC1DA6-FC3F-43A0-BFF6-C2750E60AFC9}"/>
              </a:ext>
            </a:extLst>
          </p:cNvPr>
          <p:cNvSpPr txBox="1"/>
          <p:nvPr/>
        </p:nvSpPr>
        <p:spPr>
          <a:xfrm>
            <a:off x="4376691" y="2842617"/>
            <a:ext cx="1189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内环</a:t>
            </a:r>
            <a:r>
              <a:rPr lang="en-US" altLang="zh-CN" dirty="0"/>
              <a:t>PID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4F63EE-2D61-4FDA-B543-515E81AE9AE8}"/>
              </a:ext>
            </a:extLst>
          </p:cNvPr>
          <p:cNvSpPr txBox="1"/>
          <p:nvPr/>
        </p:nvSpPr>
        <p:spPr>
          <a:xfrm>
            <a:off x="3011749" y="2689906"/>
            <a:ext cx="139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目标角速度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BE38D85-B247-4EBF-A121-DE42F3F6BE89}"/>
              </a:ext>
            </a:extLst>
          </p:cNvPr>
          <p:cNvCxnSpPr>
            <a:cxnSpLocks/>
          </p:cNvCxnSpPr>
          <p:nvPr/>
        </p:nvCxnSpPr>
        <p:spPr>
          <a:xfrm>
            <a:off x="5495278" y="3007451"/>
            <a:ext cx="12606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E855266F-9E4C-4B11-A5DE-05BF3CE932BC}"/>
              </a:ext>
            </a:extLst>
          </p:cNvPr>
          <p:cNvSpPr/>
          <p:nvPr/>
        </p:nvSpPr>
        <p:spPr>
          <a:xfrm>
            <a:off x="6755907" y="2758876"/>
            <a:ext cx="1189608" cy="4971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C4BC91-2200-497C-BA94-762D6E8A4177}"/>
              </a:ext>
            </a:extLst>
          </p:cNvPr>
          <p:cNvSpPr txBox="1"/>
          <p:nvPr/>
        </p:nvSpPr>
        <p:spPr>
          <a:xfrm>
            <a:off x="6826928" y="2822784"/>
            <a:ext cx="1189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转向电机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05F07D-DA3E-4AB1-B204-37C8A8863A06}"/>
              </a:ext>
            </a:extLst>
          </p:cNvPr>
          <p:cNvSpPr txBox="1"/>
          <p:nvPr/>
        </p:nvSpPr>
        <p:spPr>
          <a:xfrm>
            <a:off x="5703904" y="2684556"/>
            <a:ext cx="139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转向力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761C131-8B91-4D4F-8E6A-82F4E4175FA5}"/>
              </a:ext>
            </a:extLst>
          </p:cNvPr>
          <p:cNvCxnSpPr>
            <a:cxnSpLocks/>
          </p:cNvCxnSpPr>
          <p:nvPr/>
        </p:nvCxnSpPr>
        <p:spPr>
          <a:xfrm>
            <a:off x="7945515" y="3007450"/>
            <a:ext cx="2565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87E2856-6F67-400F-910B-06A5E831C1EA}"/>
              </a:ext>
            </a:extLst>
          </p:cNvPr>
          <p:cNvSpPr txBox="1"/>
          <p:nvPr/>
        </p:nvSpPr>
        <p:spPr>
          <a:xfrm>
            <a:off x="9237215" y="2645202"/>
            <a:ext cx="128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6B1BB66-C80F-4DBC-B56D-6FB191E47670}"/>
              </a:ext>
            </a:extLst>
          </p:cNvPr>
          <p:cNvCxnSpPr>
            <a:cxnSpLocks/>
          </p:cNvCxnSpPr>
          <p:nvPr/>
        </p:nvCxnSpPr>
        <p:spPr>
          <a:xfrm>
            <a:off x="8655728" y="3014534"/>
            <a:ext cx="0" cy="15397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523ED33-4D6C-44E5-8D9C-143572776E1D}"/>
              </a:ext>
            </a:extLst>
          </p:cNvPr>
          <p:cNvCxnSpPr>
            <a:cxnSpLocks/>
          </p:cNvCxnSpPr>
          <p:nvPr/>
        </p:nvCxnSpPr>
        <p:spPr>
          <a:xfrm flipH="1" flipV="1">
            <a:off x="2450237" y="4539150"/>
            <a:ext cx="6205492" cy="150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3BB3530-6CDC-4134-8EAD-617E13166A79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2450237" y="3275859"/>
            <a:ext cx="0" cy="1263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7AF19374-4545-4203-A407-507159413539}"/>
              </a:ext>
            </a:extLst>
          </p:cNvPr>
          <p:cNvSpPr txBox="1"/>
          <p:nvPr/>
        </p:nvSpPr>
        <p:spPr>
          <a:xfrm>
            <a:off x="5115758" y="4169817"/>
            <a:ext cx="128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角度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680DA0FD-26C7-497D-8DC0-E7271BE3BCFD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350711" y="3256025"/>
            <a:ext cx="0" cy="5283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53B208A4-D3C7-401D-ADEB-1919F37B6D34}"/>
              </a:ext>
            </a:extLst>
          </p:cNvPr>
          <p:cNvCxnSpPr>
            <a:cxnSpLocks/>
          </p:cNvCxnSpPr>
          <p:nvPr/>
        </p:nvCxnSpPr>
        <p:spPr>
          <a:xfrm flipH="1">
            <a:off x="4900474" y="3784389"/>
            <a:ext cx="24502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ABDDD3F4-5EC4-4BE5-B8E3-A8D80EEA35F7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4900474" y="3275858"/>
            <a:ext cx="0" cy="508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DA5E4817-51C8-4D67-BFB2-49F3205FF65E}"/>
              </a:ext>
            </a:extLst>
          </p:cNvPr>
          <p:cNvSpPr txBox="1"/>
          <p:nvPr/>
        </p:nvSpPr>
        <p:spPr>
          <a:xfrm>
            <a:off x="5703904" y="3437283"/>
            <a:ext cx="128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角速度</a:t>
            </a:r>
          </a:p>
        </p:txBody>
      </p:sp>
    </p:spTree>
    <p:extLst>
      <p:ext uri="{BB962C8B-B14F-4D97-AF65-F5344CB8AC3E}">
        <p14:creationId xmlns:p14="http://schemas.microsoft.com/office/powerpoint/2010/main" val="1291338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B9D6B64-06C0-4782-9436-4E1E3DA2554E}"/>
              </a:ext>
            </a:extLst>
          </p:cNvPr>
          <p:cNvCxnSpPr/>
          <p:nvPr/>
        </p:nvCxnSpPr>
        <p:spPr>
          <a:xfrm flipV="1">
            <a:off x="1860884" y="577516"/>
            <a:ext cx="0" cy="432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7FFDD72-6134-417F-B835-ABAEA0BC60A4}"/>
              </a:ext>
            </a:extLst>
          </p:cNvPr>
          <p:cNvCxnSpPr/>
          <p:nvPr/>
        </p:nvCxnSpPr>
        <p:spPr>
          <a:xfrm flipV="1">
            <a:off x="1860884" y="2855494"/>
            <a:ext cx="0" cy="21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E599728-6F76-4A3F-9D6F-E920DF7F3B19}"/>
              </a:ext>
            </a:extLst>
          </p:cNvPr>
          <p:cNvCxnSpPr>
            <a:cxnSpLocks/>
          </p:cNvCxnSpPr>
          <p:nvPr/>
        </p:nvCxnSpPr>
        <p:spPr>
          <a:xfrm>
            <a:off x="1860884" y="5015494"/>
            <a:ext cx="72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DB44D5F-0285-4013-9484-BB27A5B18B0B}"/>
              </a:ext>
            </a:extLst>
          </p:cNvPr>
          <p:cNvCxnSpPr>
            <a:cxnSpLocks/>
          </p:cNvCxnSpPr>
          <p:nvPr/>
        </p:nvCxnSpPr>
        <p:spPr>
          <a:xfrm>
            <a:off x="1860884" y="2855494"/>
            <a:ext cx="72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899E0FF-5C74-4F8F-ABC3-4A1E105CFBB0}"/>
              </a:ext>
            </a:extLst>
          </p:cNvPr>
          <p:cNvCxnSpPr>
            <a:cxnSpLocks/>
          </p:cNvCxnSpPr>
          <p:nvPr/>
        </p:nvCxnSpPr>
        <p:spPr>
          <a:xfrm>
            <a:off x="1860884" y="4363453"/>
            <a:ext cx="9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CC67B26-ADDA-4F5B-AF99-1432B7FC7B36}"/>
              </a:ext>
            </a:extLst>
          </p:cNvPr>
          <p:cNvCxnSpPr>
            <a:cxnSpLocks/>
          </p:cNvCxnSpPr>
          <p:nvPr/>
        </p:nvCxnSpPr>
        <p:spPr>
          <a:xfrm>
            <a:off x="2760884" y="3914274"/>
            <a:ext cx="0" cy="449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2C36708-738A-4020-9601-6E8CD60B0271}"/>
              </a:ext>
            </a:extLst>
          </p:cNvPr>
          <p:cNvCxnSpPr>
            <a:cxnSpLocks/>
          </p:cNvCxnSpPr>
          <p:nvPr/>
        </p:nvCxnSpPr>
        <p:spPr>
          <a:xfrm>
            <a:off x="4560884" y="4267200"/>
            <a:ext cx="9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4878B23-C139-46E0-989C-0BE069F15BAE}"/>
              </a:ext>
            </a:extLst>
          </p:cNvPr>
          <p:cNvCxnSpPr>
            <a:cxnSpLocks/>
          </p:cNvCxnSpPr>
          <p:nvPr/>
        </p:nvCxnSpPr>
        <p:spPr>
          <a:xfrm>
            <a:off x="3660884" y="4716379"/>
            <a:ext cx="9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65A5779-48C8-46A8-BC3B-03CA3D28E5F5}"/>
              </a:ext>
            </a:extLst>
          </p:cNvPr>
          <p:cNvCxnSpPr>
            <a:cxnSpLocks/>
          </p:cNvCxnSpPr>
          <p:nvPr/>
        </p:nvCxnSpPr>
        <p:spPr>
          <a:xfrm>
            <a:off x="2760884" y="3914274"/>
            <a:ext cx="9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8391BE7-1275-41EB-BBAB-9426F954D6AB}"/>
              </a:ext>
            </a:extLst>
          </p:cNvPr>
          <p:cNvCxnSpPr>
            <a:cxnSpLocks/>
          </p:cNvCxnSpPr>
          <p:nvPr/>
        </p:nvCxnSpPr>
        <p:spPr>
          <a:xfrm>
            <a:off x="4549042" y="4267200"/>
            <a:ext cx="0" cy="449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3B9BC9F-54DA-4B4E-A331-DE2409240583}"/>
              </a:ext>
            </a:extLst>
          </p:cNvPr>
          <p:cNvCxnSpPr>
            <a:cxnSpLocks/>
          </p:cNvCxnSpPr>
          <p:nvPr/>
        </p:nvCxnSpPr>
        <p:spPr>
          <a:xfrm>
            <a:off x="3660884" y="3914274"/>
            <a:ext cx="0" cy="8021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C9DF765-E459-41CC-8364-0CAAA3062272}"/>
              </a:ext>
            </a:extLst>
          </p:cNvPr>
          <p:cNvCxnSpPr>
            <a:cxnSpLocks/>
          </p:cNvCxnSpPr>
          <p:nvPr/>
        </p:nvCxnSpPr>
        <p:spPr>
          <a:xfrm>
            <a:off x="6360884" y="3914274"/>
            <a:ext cx="9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E0CFC5-4DBC-414D-93FF-DC1E55C9A7DE}"/>
              </a:ext>
            </a:extLst>
          </p:cNvPr>
          <p:cNvCxnSpPr>
            <a:cxnSpLocks/>
          </p:cNvCxnSpPr>
          <p:nvPr/>
        </p:nvCxnSpPr>
        <p:spPr>
          <a:xfrm>
            <a:off x="5460884" y="3478129"/>
            <a:ext cx="9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4B8AA83-F564-4082-8FBA-FE333550D279}"/>
              </a:ext>
            </a:extLst>
          </p:cNvPr>
          <p:cNvCxnSpPr>
            <a:cxnSpLocks/>
          </p:cNvCxnSpPr>
          <p:nvPr/>
        </p:nvCxnSpPr>
        <p:spPr>
          <a:xfrm>
            <a:off x="5460884" y="3465095"/>
            <a:ext cx="0" cy="8021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F7BAF0A-E4F5-4061-9EDD-C5820C58E140}"/>
              </a:ext>
            </a:extLst>
          </p:cNvPr>
          <p:cNvCxnSpPr>
            <a:cxnSpLocks/>
          </p:cNvCxnSpPr>
          <p:nvPr/>
        </p:nvCxnSpPr>
        <p:spPr>
          <a:xfrm>
            <a:off x="6360884" y="3478129"/>
            <a:ext cx="0" cy="4361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60C2340-3B86-40D0-9EDA-5121235F653B}"/>
              </a:ext>
            </a:extLst>
          </p:cNvPr>
          <p:cNvCxnSpPr>
            <a:cxnSpLocks/>
          </p:cNvCxnSpPr>
          <p:nvPr/>
        </p:nvCxnSpPr>
        <p:spPr>
          <a:xfrm>
            <a:off x="2760884" y="4363453"/>
            <a:ext cx="0" cy="65204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D5999A4-C694-417B-8ED6-119A61D2A816}"/>
              </a:ext>
            </a:extLst>
          </p:cNvPr>
          <p:cNvCxnSpPr>
            <a:cxnSpLocks/>
          </p:cNvCxnSpPr>
          <p:nvPr/>
        </p:nvCxnSpPr>
        <p:spPr>
          <a:xfrm>
            <a:off x="3660884" y="4716379"/>
            <a:ext cx="0" cy="2991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E9A1E8D-02D9-4471-BA80-E415717CAFCB}"/>
              </a:ext>
            </a:extLst>
          </p:cNvPr>
          <p:cNvCxnSpPr>
            <a:cxnSpLocks/>
          </p:cNvCxnSpPr>
          <p:nvPr/>
        </p:nvCxnSpPr>
        <p:spPr>
          <a:xfrm>
            <a:off x="5460884" y="4267200"/>
            <a:ext cx="0" cy="7482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490BE24-EDDA-4428-A4E3-661914676CD0}"/>
              </a:ext>
            </a:extLst>
          </p:cNvPr>
          <p:cNvCxnSpPr>
            <a:cxnSpLocks/>
          </p:cNvCxnSpPr>
          <p:nvPr/>
        </p:nvCxnSpPr>
        <p:spPr>
          <a:xfrm>
            <a:off x="6360884" y="3914274"/>
            <a:ext cx="0" cy="107999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0FAFB3F-C84C-44CF-BD51-3708C6268ADD}"/>
              </a:ext>
            </a:extLst>
          </p:cNvPr>
          <p:cNvCxnSpPr>
            <a:cxnSpLocks/>
          </p:cNvCxnSpPr>
          <p:nvPr/>
        </p:nvCxnSpPr>
        <p:spPr>
          <a:xfrm>
            <a:off x="4549042" y="4716379"/>
            <a:ext cx="0" cy="2991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1203250-6166-4559-84C9-6B614737DB09}"/>
              </a:ext>
            </a:extLst>
          </p:cNvPr>
          <p:cNvCxnSpPr>
            <a:cxnSpLocks/>
          </p:cNvCxnSpPr>
          <p:nvPr/>
        </p:nvCxnSpPr>
        <p:spPr>
          <a:xfrm>
            <a:off x="7266321" y="3914274"/>
            <a:ext cx="0" cy="110122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4D6A8D00-1809-498A-848D-D99C037FFB07}"/>
              </a:ext>
            </a:extLst>
          </p:cNvPr>
          <p:cNvSpPr/>
          <p:nvPr/>
        </p:nvSpPr>
        <p:spPr>
          <a:xfrm>
            <a:off x="1855433" y="900529"/>
            <a:ext cx="5415379" cy="1784411"/>
          </a:xfrm>
          <a:custGeom>
            <a:avLst/>
            <a:gdLst>
              <a:gd name="connsiteX0" fmla="*/ 0 w 5415379"/>
              <a:gd name="connsiteY0" fmla="*/ 1784411 h 1784411"/>
              <a:gd name="connsiteX1" fmla="*/ 923278 w 5415379"/>
              <a:gd name="connsiteY1" fmla="*/ 1473693 h 1784411"/>
              <a:gd name="connsiteX2" fmla="*/ 1811045 w 5415379"/>
              <a:gd name="connsiteY2" fmla="*/ 843378 h 1784411"/>
              <a:gd name="connsiteX3" fmla="*/ 2752078 w 5415379"/>
              <a:gd name="connsiteY3" fmla="*/ 665825 h 1784411"/>
              <a:gd name="connsiteX4" fmla="*/ 3666478 w 5415379"/>
              <a:gd name="connsiteY4" fmla="*/ 435005 h 1784411"/>
              <a:gd name="connsiteX5" fmla="*/ 4634144 w 5415379"/>
              <a:gd name="connsiteY5" fmla="*/ 97654 h 1784411"/>
              <a:gd name="connsiteX6" fmla="*/ 5415379 w 5415379"/>
              <a:gd name="connsiteY6" fmla="*/ 0 h 1784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5379" h="1784411">
                <a:moveTo>
                  <a:pt x="0" y="1784411"/>
                </a:moveTo>
                <a:cubicBezTo>
                  <a:pt x="310718" y="1707471"/>
                  <a:pt x="621437" y="1630532"/>
                  <a:pt x="923278" y="1473693"/>
                </a:cubicBezTo>
                <a:cubicBezTo>
                  <a:pt x="1225119" y="1316854"/>
                  <a:pt x="1506245" y="978023"/>
                  <a:pt x="1811045" y="843378"/>
                </a:cubicBezTo>
                <a:cubicBezTo>
                  <a:pt x="2115845" y="708733"/>
                  <a:pt x="2442839" y="733887"/>
                  <a:pt x="2752078" y="665825"/>
                </a:cubicBezTo>
                <a:cubicBezTo>
                  <a:pt x="3061317" y="597763"/>
                  <a:pt x="3352800" y="529700"/>
                  <a:pt x="3666478" y="435005"/>
                </a:cubicBezTo>
                <a:cubicBezTo>
                  <a:pt x="3980156" y="340310"/>
                  <a:pt x="4342661" y="170155"/>
                  <a:pt x="4634144" y="97654"/>
                </a:cubicBezTo>
                <a:cubicBezTo>
                  <a:pt x="4925627" y="25153"/>
                  <a:pt x="5228948" y="7398"/>
                  <a:pt x="5415379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49C164F-FB2B-4F03-A114-8F7227500E16}"/>
                  </a:ext>
                </a:extLst>
              </p:cNvPr>
              <p:cNvSpPr/>
              <p:nvPr/>
            </p:nvSpPr>
            <p:spPr>
              <a:xfrm>
                <a:off x="1470501" y="442028"/>
                <a:ext cx="3776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49C164F-FB2B-4F03-A114-8F7227500E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501" y="442028"/>
                <a:ext cx="37760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9F651E43-7103-4DE3-913E-8460805B622D}"/>
                  </a:ext>
                </a:extLst>
              </p:cNvPr>
              <p:cNvSpPr/>
              <p:nvPr/>
            </p:nvSpPr>
            <p:spPr>
              <a:xfrm>
                <a:off x="1482957" y="2741456"/>
                <a:ext cx="3860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9F651E43-7103-4DE3-913E-8460805B6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57" y="2741456"/>
                <a:ext cx="3860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6200D94D-49F4-421C-992B-83486A3AC8D3}"/>
                  </a:ext>
                </a:extLst>
              </p:cNvPr>
              <p:cNvSpPr/>
              <p:nvPr/>
            </p:nvSpPr>
            <p:spPr>
              <a:xfrm>
                <a:off x="8870607" y="5129943"/>
                <a:ext cx="3805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6200D94D-49F4-421C-992B-83486A3AC8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0607" y="5129943"/>
                <a:ext cx="38055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1C4EB9A1-9600-4AEF-84FC-17A72FDF6A86}"/>
                  </a:ext>
                </a:extLst>
              </p:cNvPr>
              <p:cNvSpPr/>
              <p:nvPr/>
            </p:nvSpPr>
            <p:spPr>
              <a:xfrm>
                <a:off x="8870606" y="2969943"/>
                <a:ext cx="3805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1C4EB9A1-9600-4AEF-84FC-17A72FDF6A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0606" y="2969943"/>
                <a:ext cx="38055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21B1EF27-87F5-42F5-9FAA-DDE089EEC04B}"/>
                  </a:ext>
                </a:extLst>
              </p:cNvPr>
              <p:cNvSpPr/>
              <p:nvPr/>
            </p:nvSpPr>
            <p:spPr>
              <a:xfrm>
                <a:off x="1474817" y="5129943"/>
                <a:ext cx="7845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21B1EF27-87F5-42F5-9FAA-DDE089EEC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817" y="5129943"/>
                <a:ext cx="78451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EAC9C1F6-FCC6-45F1-A27C-33A0DB868F57}"/>
                  </a:ext>
                </a:extLst>
              </p:cNvPr>
              <p:cNvSpPr/>
              <p:nvPr/>
            </p:nvSpPr>
            <p:spPr>
              <a:xfrm>
                <a:off x="2368629" y="5129943"/>
                <a:ext cx="7845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EAC9C1F6-FCC6-45F1-A27C-33A0DB868F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629" y="5129943"/>
                <a:ext cx="78451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49E75A7E-075A-4675-B419-E2E404DB1795}"/>
                  </a:ext>
                </a:extLst>
              </p:cNvPr>
              <p:cNvSpPr/>
              <p:nvPr/>
            </p:nvSpPr>
            <p:spPr>
              <a:xfrm>
                <a:off x="3470607" y="5134439"/>
                <a:ext cx="3805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49E75A7E-075A-4675-B419-E2E404DB1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607" y="5134439"/>
                <a:ext cx="38055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961D8BF6-3270-42C3-A905-C37F7D259781}"/>
                  </a:ext>
                </a:extLst>
              </p:cNvPr>
              <p:cNvSpPr/>
              <p:nvPr/>
            </p:nvSpPr>
            <p:spPr>
              <a:xfrm>
                <a:off x="4156787" y="5125917"/>
                <a:ext cx="7845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961D8BF6-3270-42C3-A905-C37F7D2597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787" y="5125917"/>
                <a:ext cx="78451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5D95CB79-1212-4790-AE65-FE94EE9DB2E2}"/>
                  </a:ext>
                </a:extLst>
              </p:cNvPr>
              <p:cNvSpPr/>
              <p:nvPr/>
            </p:nvSpPr>
            <p:spPr>
              <a:xfrm>
                <a:off x="5068629" y="5134439"/>
                <a:ext cx="7845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5D95CB79-1212-4790-AE65-FE94EE9DB2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629" y="5134439"/>
                <a:ext cx="78451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41B9F55F-E80F-4BBD-B20B-CDEC82D8A66D}"/>
                  </a:ext>
                </a:extLst>
              </p:cNvPr>
              <p:cNvSpPr/>
              <p:nvPr/>
            </p:nvSpPr>
            <p:spPr>
              <a:xfrm>
                <a:off x="5966218" y="5136263"/>
                <a:ext cx="7845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41B9F55F-E80F-4BBD-B20B-CDEC82D8A6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218" y="5136263"/>
                <a:ext cx="78451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255072CC-61FB-4A58-B577-E654D16DA706}"/>
                  </a:ext>
                </a:extLst>
              </p:cNvPr>
              <p:cNvSpPr/>
              <p:nvPr/>
            </p:nvSpPr>
            <p:spPr>
              <a:xfrm>
                <a:off x="6878557" y="5134439"/>
                <a:ext cx="7845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255072CC-61FB-4A58-B577-E654D16DA7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557" y="5134439"/>
                <a:ext cx="78451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DEFF8FF0-12ED-4556-A821-C6BD3D418D80}"/>
              </a:ext>
            </a:extLst>
          </p:cNvPr>
          <p:cNvCxnSpPr>
            <a:cxnSpLocks/>
          </p:cNvCxnSpPr>
          <p:nvPr/>
        </p:nvCxnSpPr>
        <p:spPr>
          <a:xfrm flipV="1">
            <a:off x="1860884" y="843379"/>
            <a:ext cx="7200000" cy="2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73342915-0B24-4C93-961D-4B06B458A496}"/>
                  </a:ext>
                </a:extLst>
              </p:cNvPr>
              <p:cNvSpPr/>
              <p:nvPr/>
            </p:nvSpPr>
            <p:spPr>
              <a:xfrm>
                <a:off x="1362220" y="729975"/>
                <a:ext cx="6033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𝑟𝑒𝑓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73342915-0B24-4C93-961D-4B06B458A4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220" y="729975"/>
                <a:ext cx="603370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C172AEA2-3A8A-4213-8DBA-0871CC8F5A7D}"/>
              </a:ext>
            </a:extLst>
          </p:cNvPr>
          <p:cNvCxnSpPr>
            <a:cxnSpLocks/>
            <a:stCxn id="57" idx="3"/>
          </p:cNvCxnSpPr>
          <p:nvPr/>
        </p:nvCxnSpPr>
        <p:spPr>
          <a:xfrm flipV="1">
            <a:off x="4607511" y="843379"/>
            <a:ext cx="0" cy="7229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2AF35209-A84A-4CCE-9C92-2889E5F755BC}"/>
                  </a:ext>
                </a:extLst>
              </p:cNvPr>
              <p:cNvSpPr/>
              <p:nvPr/>
            </p:nvSpPr>
            <p:spPr>
              <a:xfrm>
                <a:off x="4195231" y="946864"/>
                <a:ext cx="475322" cy="3912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2AF35209-A84A-4CCE-9C92-2889E5F755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231" y="946864"/>
                <a:ext cx="475322" cy="391261"/>
              </a:xfrm>
              <a:prstGeom prst="rect">
                <a:avLst/>
              </a:prstGeom>
              <a:blipFill>
                <a:blip r:embed="rId1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左大括号 83">
            <a:extLst>
              <a:ext uri="{FF2B5EF4-FFF2-40B4-BE49-F238E27FC236}">
                <a16:creationId xmlns:a16="http://schemas.microsoft.com/office/drawing/2014/main" id="{49D89E52-9A78-45F1-866E-5C48F65092C9}"/>
              </a:ext>
            </a:extLst>
          </p:cNvPr>
          <p:cNvSpPr/>
          <p:nvPr/>
        </p:nvSpPr>
        <p:spPr>
          <a:xfrm rot="16200000">
            <a:off x="4441025" y="4917597"/>
            <a:ext cx="239716" cy="180000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3BFF1E0B-FEF2-4201-84DE-ABE3D79936C1}"/>
              </a:ext>
            </a:extLst>
          </p:cNvPr>
          <p:cNvSpPr txBox="1"/>
          <p:nvPr/>
        </p:nvSpPr>
        <p:spPr>
          <a:xfrm>
            <a:off x="3975228" y="6023266"/>
            <a:ext cx="139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控制区间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B2921CAE-AAF6-46B9-9AC0-91665E7C6DC9}"/>
              </a:ext>
            </a:extLst>
          </p:cNvPr>
          <p:cNvSpPr/>
          <p:nvPr/>
        </p:nvSpPr>
        <p:spPr>
          <a:xfrm>
            <a:off x="3660881" y="228600"/>
            <a:ext cx="3599997" cy="248819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07CA54C-B49F-4485-A6AE-150CB6326382}"/>
              </a:ext>
            </a:extLst>
          </p:cNvPr>
          <p:cNvSpPr txBox="1"/>
          <p:nvPr/>
        </p:nvSpPr>
        <p:spPr>
          <a:xfrm>
            <a:off x="5554142" y="1386266"/>
            <a:ext cx="139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预测区间</a:t>
            </a:r>
          </a:p>
        </p:txBody>
      </p:sp>
    </p:spTree>
    <p:extLst>
      <p:ext uri="{BB962C8B-B14F-4D97-AF65-F5344CB8AC3E}">
        <p14:creationId xmlns:p14="http://schemas.microsoft.com/office/powerpoint/2010/main" val="3216191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43</Words>
  <Application>Microsoft Office PowerPoint</Application>
  <PresentationFormat>宽屏</PresentationFormat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</cp:revision>
  <dcterms:created xsi:type="dcterms:W3CDTF">2026-05-22T01:43:09Z</dcterms:created>
  <dcterms:modified xsi:type="dcterms:W3CDTF">2026-05-30T06:13:32Z</dcterms:modified>
</cp:coreProperties>
</file>